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76488" y="3246120"/>
            <a:ext cx="57607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2194560"/>
            <a:ext cx="0" cy="210312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2194560"/>
            <a:ext cx="62179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3246120"/>
            <a:ext cx="62179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4297680"/>
            <a:ext cx="62179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2194560"/>
            <a:ext cx="62179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5248" y="3246120"/>
            <a:ext cx="62179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4297680"/>
            <a:ext cx="62179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2194560"/>
            <a:ext cx="0" cy="210312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246120"/>
            <a:ext cx="576072" cy="0"/>
          </a:xfrm>
          <a:prstGeom prst="line">
            <a:avLst/>
          </a:prstGeom>
          <a:noFill/>
          <a:ln w="19050">
            <a:solidFill>
              <a:srgbClr val="2F81F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3090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2430"/>
          </a:solidFill>
          <a:ln w="15875">
            <a:solidFill>
              <a:srgbClr val="2F8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74352" y="203911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2430"/>
          </a:solidFill>
          <a:ln w="15875">
            <a:solidFill>
              <a:srgbClr val="2F81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4352" y="3090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F81F7"/>
          </a:solidFill>
          <a:ln w="15875">
            <a:solidFill>
              <a:srgbClr val="2F8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4352" y="414223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2430"/>
          </a:solidFill>
          <a:ln w="15875">
            <a:solidFill>
              <a:srgbClr val="2F8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3112" y="3090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2430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810512"/>
            <a:ext cx="64008" cy="256032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77393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 /  OFFICE HOUR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231136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00"/>
              </a:lnSpc>
              <a:buNone/>
            </a:pPr>
            <a:r>
              <a:rPr lang="en-US" sz="4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new in</a:t>
            </a:r>
            <a:endParaRPr lang="en-US" sz="4600" dirty="0"/>
          </a:p>
          <a:p>
            <a:pPr indent="0" marL="0">
              <a:lnSpc>
                <a:spcPts val="5300"/>
              </a:lnSpc>
              <a:buNone/>
            </a:pPr>
            <a:r>
              <a:rPr lang="en-US" sz="4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updates from June to August 2026 that change how your workflows run, what they can reach, and how long their history sticks around.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806440"/>
            <a:ext cx="12191695" cy="32004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6035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DXC  ·  GitHub Actions Office Hour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16975" y="6035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9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September 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updates, two of them on a clock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393338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54864" cy="201168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019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27578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753258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23591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covers checks and runs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944368"/>
            <a:ext cx="2844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workflow runs and statuses drop to your Actions retention setting.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99178" y="1645920"/>
            <a:ext cx="3393338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9178" y="1645920"/>
            <a:ext cx="54864" cy="201168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190195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86677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512357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673498" y="23591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11 arm64 with VS2026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73498" y="2944368"/>
            <a:ext cx="2844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GA, and the windows-11-arm label migrates to it this month.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58277" y="1645920"/>
            <a:ext cx="3393338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58277" y="1645920"/>
            <a:ext cx="54864" cy="2011680"/>
          </a:xfrm>
          <a:prstGeom prst="rect">
            <a:avLst/>
          </a:prstGeom>
          <a:solidFill>
            <a:srgbClr val="A371F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190195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45775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10271455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432597" y="23591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Quality gets its own path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432597" y="2944368"/>
            <a:ext cx="2844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check path and actor, split away from code scanning.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3931920"/>
            <a:ext cx="3393338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" y="3931920"/>
            <a:ext cx="54864" cy="2011680"/>
          </a:xfrm>
          <a:prstGeom prst="rect">
            <a:avLst/>
          </a:prstGeom>
          <a:solidFill>
            <a:srgbClr val="A371F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87952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027578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100" dirty="0"/>
          </a:p>
        </p:txBody>
      </p:sp>
      <p:sp>
        <p:nvSpPr>
          <p:cNvPr id="30" name="Text 24"/>
          <p:cNvSpPr/>
          <p:nvPr/>
        </p:nvSpPr>
        <p:spPr>
          <a:xfrm>
            <a:off x="2753258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19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14400" y="46451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CodeQL 2.26.3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14400" y="5230368"/>
            <a:ext cx="2844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Actions queries, fewer false positives, one breaking change.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399178" y="3931920"/>
            <a:ext cx="3393338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99178" y="3931920"/>
            <a:ext cx="54864" cy="201168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98" y="4187952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786677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100" dirty="0"/>
          </a:p>
        </p:txBody>
      </p:sp>
      <p:sp>
        <p:nvSpPr>
          <p:cNvPr id="37" name="Text 30"/>
          <p:cNvSpPr/>
          <p:nvPr/>
        </p:nvSpPr>
        <p:spPr>
          <a:xfrm>
            <a:off x="6512357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4673498" y="46451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coverage workflow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4673498" y="5230368"/>
            <a:ext cx="2844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writes the workflow and opens a pull request for you to review.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8158277" y="3931920"/>
            <a:ext cx="3393338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158277" y="3931920"/>
            <a:ext cx="54864" cy="2011680"/>
          </a:xfrm>
          <a:prstGeom prst="rect">
            <a:avLst/>
          </a:prstGeom>
          <a:solidFill>
            <a:srgbClr val="2F81F7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597" y="4187952"/>
            <a:ext cx="329184" cy="32918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545775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100" dirty="0"/>
          </a:p>
        </p:txBody>
      </p:sp>
      <p:sp>
        <p:nvSpPr>
          <p:cNvPr id="44" name="Text 36"/>
          <p:cNvSpPr/>
          <p:nvPr/>
        </p:nvSpPr>
        <p:spPr>
          <a:xfrm>
            <a:off x="10271455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25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8432597" y="46451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control over hosted runners</a:t>
            </a:r>
            <a:endParaRPr lang="en-US" sz="1500" dirty="0"/>
          </a:p>
        </p:txBody>
      </p:sp>
      <p:sp>
        <p:nvSpPr>
          <p:cNvPr id="46" name="Text 38"/>
          <p:cNvSpPr/>
          <p:nvPr/>
        </p:nvSpPr>
        <p:spPr>
          <a:xfrm>
            <a:off x="8432597" y="5230368"/>
            <a:ext cx="2844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joins runner groups, and you can switch off ubuntu-latest.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640080" y="6309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item published on github.blog/changelog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TIME-SENSITIVE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dates that need action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463040" y="2724912"/>
            <a:ext cx="9262872" cy="457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2048256" y="2601468"/>
            <a:ext cx="292608" cy="292608"/>
          </a:xfrm>
          <a:prstGeom prst="ellipse">
            <a:avLst/>
          </a:prstGeom>
          <a:solidFill>
            <a:srgbClr val="0D1117"/>
          </a:solidFill>
          <a:ln w="317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8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0540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6758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here. Everything below still needs doing.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52744" y="2601468"/>
            <a:ext cx="292608" cy="292608"/>
          </a:xfrm>
          <a:prstGeom prst="ellipse">
            <a:avLst/>
          </a:prstGeom>
          <a:solidFill>
            <a:srgbClr val="F0883E"/>
          </a:solidFill>
          <a:ln w="3175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21 - 30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30540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windows-11-arm moves to VS2026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36758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rollout starts Sep 21 and completes Sep 30. Jobs that rely on Visual Studio 2022 may break.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57232" y="2601468"/>
            <a:ext cx="292608" cy="292608"/>
          </a:xfrm>
          <a:prstGeom prst="ellipse">
            <a:avLst/>
          </a:prstGeom>
          <a:solidFill>
            <a:srgbClr val="F0883E"/>
          </a:solidFill>
          <a:ln w="31750">
            <a:solidFill>
              <a:srgbClr val="F088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 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94776" y="30540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applies to checks and runs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94776" y="36758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workflow runs and statuses start following your Actions retention setting.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5272888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029200"/>
            <a:ext cx="54864" cy="10972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38928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2066544" y="5193792"/>
            <a:ext cx="35721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after this session before the arm64 image migration begins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8728" y="5029200"/>
            <a:ext cx="5272888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8728" y="5029200"/>
            <a:ext cx="54864" cy="10972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4" name="Text 22"/>
          <p:cNvSpPr/>
          <p:nvPr/>
        </p:nvSpPr>
        <p:spPr>
          <a:xfrm>
            <a:off x="6553048" y="5138928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705192" y="5193792"/>
            <a:ext cx="35721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retention kicks in - export anything you need to keep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27, 2026  / 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now covers checks, runs and statuses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82496"/>
            <a:ext cx="5272888" cy="18470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82496"/>
            <a:ext cx="54864" cy="184708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0976" y="2157984"/>
            <a:ext cx="465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400+ days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2761488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workflow runs and statuses persist well beyond your Actions retention setting.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682496"/>
            <a:ext cx="5272888" cy="18470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8728" y="1682496"/>
            <a:ext cx="54864" cy="184708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9624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OCTOBER 1,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9624" y="2157984"/>
            <a:ext cx="465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days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by default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589624" y="2761488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follow the same setting as artifacts and logs, now renamed "Check, workflow run, status, artifact and log retention".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393338" cy="210312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40480"/>
            <a:ext cx="54864" cy="210312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96512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4535424"/>
            <a:ext cx="2844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retroactive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919472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retention later will not bring back data that has already been evicted.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99178" y="3840480"/>
            <a:ext cx="3393338" cy="210312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99178" y="3840480"/>
            <a:ext cx="54864" cy="210312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4096512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73498" y="4535424"/>
            <a:ext cx="2844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 still apply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673498" y="4919472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can only raise retention up to the org or enterprise cap. Public repos max out at 90 days.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58277" y="3840480"/>
            <a:ext cx="3393338" cy="210312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158277" y="3840480"/>
            <a:ext cx="54864" cy="210312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4096512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32597" y="4535424"/>
            <a:ext cx="2844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is unchanged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432597" y="4919472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and logs still count toward billable Actions storage. Check, run and status metadata is not billed.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0080" y="6309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changelog: actions-retention-will-cover-checks-workflow-runs-and-statuses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345375" y="6309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27,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20, 2026  /  RUNNERS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11 arm64 with VS2026 is generally available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0078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007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standard and larger hosted runners today: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231136"/>
            <a:ext cx="5760720" cy="128016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231136"/>
            <a:ext cx="54864" cy="128016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41401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windows-11-vs2026-arm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31920"/>
            <a:ext cx="576072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931920"/>
            <a:ext cx="54864" cy="201168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6966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416966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Breaking change ahead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14400" y="45902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migrating the windows-11-arm label to the VS2026 image by default. Workflows that depend on Visual Studio 2022 may break.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14400" y="54132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windows-11-vs2026-arm now, so you find problems on your schedule.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66560" y="1700784"/>
            <a:ext cx="4785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 WINDOW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66560" y="2157984"/>
            <a:ext cx="4785055" cy="36576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66560" y="2157984"/>
            <a:ext cx="1626919" cy="365760"/>
          </a:xfrm>
          <a:prstGeom prst="rect">
            <a:avLst/>
          </a:prstGeom>
          <a:solidFill>
            <a:srgbClr val="3FB950">
              <a:alpha val="4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8393479" y="2157984"/>
            <a:ext cx="1531218" cy="3657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0" name="Shape 16"/>
          <p:cNvSpPr/>
          <p:nvPr/>
        </p:nvSpPr>
        <p:spPr>
          <a:xfrm>
            <a:off x="9924696" y="2157984"/>
            <a:ext cx="1626919" cy="365760"/>
          </a:xfrm>
          <a:prstGeom prst="rect">
            <a:avLst/>
          </a:prstGeom>
          <a:solidFill>
            <a:srgbClr val="F85149">
              <a:alpha val="65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7844839" y="2596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21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9376056" y="2596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30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766560" y="3145536"/>
            <a:ext cx="50292" cy="76809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0"/>
          <p:cNvSpPr/>
          <p:nvPr/>
        </p:nvSpPr>
        <p:spPr>
          <a:xfrm>
            <a:off x="6967728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Sep 21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967728" y="3419856"/>
            <a:ext cx="452902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windows-11-arm still resolves to the Visual Studio 2022 image.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766560" y="4078224"/>
            <a:ext cx="50292" cy="76809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7" name="Text 23"/>
          <p:cNvSpPr/>
          <p:nvPr/>
        </p:nvSpPr>
        <p:spPr>
          <a:xfrm>
            <a:off x="6967728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21 - 30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967728" y="4352544"/>
            <a:ext cx="452902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gradually shifts the label over to VS2026.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766560" y="5010912"/>
            <a:ext cx="50292" cy="76809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0" name="Text 26"/>
          <p:cNvSpPr/>
          <p:nvPr/>
        </p:nvSpPr>
        <p:spPr>
          <a:xfrm>
            <a:off x="6967728" y="5010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Sep 30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967728" y="5285232"/>
            <a:ext cx="452902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windows-11-arm is VS2026. Every unpinned job gets the new image.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40080" y="6309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changelog: windows-11-arm64-vs2026-image-generally-available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345375" y="6309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github.com/actions/runner-images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20, 2026  /  CODE QUALITY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Quality now runs on its own Actions path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093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used to share a check path and an actor with code scanning. They are separate now, so the two can be told apart in logs, filters and billing.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08392" y="1700784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8392" y="1700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GHEC  ·  TEAM  ·  DATA RESIDENCY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272888" cy="170078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54864" cy="170078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0" name="Shape 8"/>
          <p:cNvSpPr/>
          <p:nvPr/>
        </p:nvSpPr>
        <p:spPr>
          <a:xfrm>
            <a:off x="6278728" y="2377440"/>
            <a:ext cx="5272888" cy="170078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8728" y="2377440"/>
            <a:ext cx="54864" cy="170078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9624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31136" y="2926080"/>
            <a:ext cx="337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dynamic/github-code-scanning/codeql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9624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9784" y="2926080"/>
            <a:ext cx="337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dynamic/github-code-quality/codeql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0976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31136" y="3474720"/>
            <a:ext cx="337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github-advanced-security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9624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69784" y="3474720"/>
            <a:ext cx="337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github-code-quality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3393338" cy="173736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352544"/>
            <a:ext cx="54864" cy="17373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590288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14400" y="4992624"/>
            <a:ext cx="2844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to reconfigure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914400" y="5358384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itself keeps working. The change is transparent to the scan.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99178" y="4352544"/>
            <a:ext cx="3393338" cy="173736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99178" y="4352544"/>
            <a:ext cx="54864" cy="173736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4590288"/>
            <a:ext cx="310896" cy="3108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673498" y="4992624"/>
            <a:ext cx="2844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your billing reports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4673498" y="5358384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billing reports that filter on the old check path will miss Code Quality runs.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158277" y="4352544"/>
            <a:ext cx="3393338" cy="173736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158277" y="4352544"/>
            <a:ext cx="54864" cy="173736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4590288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32597" y="4992624"/>
            <a:ext cx="2844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Repoint your filters</a:t>
            </a:r>
            <a:endParaRPr lang="en-US" sz="1450" dirty="0"/>
          </a:p>
        </p:txBody>
      </p:sp>
      <p:sp>
        <p:nvSpPr>
          <p:cNvPr id="36" name="Text 31"/>
          <p:cNvSpPr/>
          <p:nvPr/>
        </p:nvSpPr>
        <p:spPr>
          <a:xfrm>
            <a:off x="8432597" y="5358384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dashboards and workflow-run filters keyed to github-advanced-security need updating.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7345375" y="6309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changelog: separate-github-actions-path-for-github-code-quality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19, 2026  /  CODE SCANNING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CodeQL 2.26.3 sharpens the Actions queries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4480560" cy="27614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64208"/>
            <a:ext cx="54864" cy="2761488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019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3591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Breaking change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2688" y="276148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codeql.actions.security.SelfHostedQuery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32688" y="3145536"/>
            <a:ext cx="38953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gone. Runner labels cannot reliably tell a self-hosted runner from a GitHub-managed one, so the assumption behind it did not hold. Any custom query that imports it needs updating.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09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07024" y="1664208"/>
            <a:ext cx="5644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coverage for merge groups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07024" y="1938528"/>
            <a:ext cx="5644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in github.event.merge_group is now recognised on merge_group-triggered workflows.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3230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07024" y="2386584"/>
            <a:ext cx="5644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false positives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907024" y="2660904"/>
            <a:ext cx="5644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output-clobbering/high no longer flags simple jq path filters whose values stay JSON-encoded.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1546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07024" y="3108960"/>
            <a:ext cx="5644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Clearer alert paths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907024" y="3383280"/>
            <a:ext cx="5644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cache-poisoning and untrusted-checkout alerts now start at the expression controlling the checkout.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87705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07024" y="3831336"/>
            <a:ext cx="5644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Tighter injection rules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907024" y="4105656"/>
            <a:ext cx="5644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envvar-injection/critical now needs an untrusted source and a privileged context from the same trigger.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40080" y="4663440"/>
            <a:ext cx="10911535" cy="1042416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0080" y="4663440"/>
            <a:ext cx="54864" cy="1042416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01091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89888" y="4901184"/>
            <a:ext cx="9869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cache-poisoning queries now account for read-only cache access on low-trust triggers in default-branch scope - the pay-off from June's read-only cache change.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40080" y="5925312"/>
            <a:ext cx="5120640" cy="292608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40080" y="5925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AUTO-DEPLOYED TO GITHUB.COM  ·  GHES IN A FUTURE RELEASE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7345375" y="6309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changelog: codeql-2-26-3-improves-github-actions-queries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4, 2026  /  PUBLIC PREVIEW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GitHub write your coverage workflow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82496"/>
            <a:ext cx="59436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82496"/>
            <a:ext cx="54864" cy="12801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116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C2430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00784" y="1901952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it 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00784" y="226771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automatic code coverage in your repository's Code Quality settings.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97864" y="2962656"/>
            <a:ext cx="45720" cy="1828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45536"/>
            <a:ext cx="59436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45536"/>
            <a:ext cx="54864" cy="128016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47472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C2430"/>
          </a:solidFill>
          <a:ln w="15875">
            <a:solidFill>
              <a:srgbClr val="2F8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00784" y="3364992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generates 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00784" y="373075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 workflow that builds your code, runs the tests, produces a coverage report and uploads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97864" y="4425696"/>
            <a:ext cx="45720" cy="1828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608576"/>
            <a:ext cx="59436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608576"/>
            <a:ext cx="54864" cy="128016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93776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C2430"/>
          </a:solidFill>
          <a:ln w="15875">
            <a:solidFill>
              <a:srgbClr val="A37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00784" y="4828032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the pull request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00784" y="519379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arrives as a PR with least-privilege permissions set by default. Read it, change it, merge it.</a:t>
            </a:r>
            <a:endParaRPr lang="en-US" sz="1200" dirty="0"/>
          </a:p>
        </p:txBody>
      </p:sp>
      <p:pic>
        <p:nvPicPr>
          <p:cNvPr id="25" name="Image 0" descr="C:\Users\sedorset\.copilot\session-state\e38fb374-7a8d-4606-9843-ab48504d2be7\files\deck\shot-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82496"/>
            <a:ext cx="4507992" cy="21534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40880" y="3931920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sits alongside your other Code Quality settings.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040880" y="4517136"/>
            <a:ext cx="4507992" cy="137160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040880" y="4517136"/>
            <a:ext cx="54864" cy="137160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754880"/>
            <a:ext cx="310896" cy="3108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735824" y="4754880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preview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7315200" y="5157216"/>
            <a:ext cx="3959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GitHub Code Quality users on github.com - GHEC and Team. Not available on GHES.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40080" y="6309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changelog: code-coverage-automatic-enablement-in-code-quality-settings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345375" y="6309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4,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25, 2026  /  RUNNERS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control over your GitHub-hosted runners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82496"/>
            <a:ext cx="3227832" cy="1965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82496"/>
            <a:ext cx="54864" cy="1965960"/>
          </a:xfrm>
          <a:prstGeom prst="rect">
            <a:avLst/>
          </a:prstGeom>
          <a:solidFill>
            <a:srgbClr val="2F81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56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901952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joins runner groups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2596896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put GitHub-hosted macOS runners into a runner group.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97096" y="1682496"/>
            <a:ext cx="3227832" cy="1965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1682496"/>
            <a:ext cx="54864" cy="1965960"/>
          </a:xfrm>
          <a:prstGeom prst="rect">
            <a:avLst/>
          </a:prstGeom>
          <a:solidFill>
            <a:srgbClr val="A371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956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1901952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who can use them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71416" y="2596896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 group by organization, repository or workflow.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922776"/>
            <a:ext cx="3227832" cy="1965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922776"/>
            <a:ext cx="54864" cy="19659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9709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35024" y="4142232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 concurrency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14400" y="4837176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concurrency limits so one team's pipeline cannot starve the rest.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197096" y="3922776"/>
            <a:ext cx="3227832" cy="1965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97096" y="3922776"/>
            <a:ext cx="54864" cy="196596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41970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92040" y="4142232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off default labels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471416" y="4837176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standard labels such as ubuntu-latest to force jobs through a group.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793431" y="1682496"/>
            <a:ext cx="3758184" cy="883310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6" name="Image 4" descr="C:\Users\sedorset\.copilot\session-state\e38fb374-7a8d-4606-9843-ab48504d2be7\files\deck\shot-runn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727" y="1764792"/>
            <a:ext cx="3593592" cy="7187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3431" y="265176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 takes ubuntu-latest away from every repository in the org.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793431" y="3200400"/>
            <a:ext cx="3758184" cy="2148840"/>
          </a:xfrm>
          <a:prstGeom prst="rect">
            <a:avLst/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793431" y="3200400"/>
            <a:ext cx="54864" cy="214884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751" y="3438144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88375" y="343814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Worth knowing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067751" y="3840480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configurations are not supported for macOS runners at this time.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 runner group by name in your workflow to route jobs through policy.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7793431" y="5596128"/>
            <a:ext cx="3758184" cy="292608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793431" y="5596128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 ·  ENTERPRISE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40080" y="6309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changelog: more-control-over-your-github-hosted-runners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71232" y="0"/>
            <a:ext cx="4620463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7571232" y="0"/>
            <a:ext cx="45720" cy="685800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75488"/>
            <a:ext cx="50292" cy="21945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LEAVE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things to take back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2430"/>
          </a:solidFill>
          <a:ln w="15875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737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Actions retention setting and export anything you need past 90 days.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Oct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2430"/>
          </a:solidFill>
          <a:ln w="15875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4505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windows-11-vs2026-arm on arm64 jobs and run them this week.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45059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Sep 21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1821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2430"/>
          </a:solidFill>
          <a:ln w="15875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1638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 billing reports and dashboards off github-advanced-security.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16382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quarter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2430"/>
          </a:solidFill>
          <a:ln w="15875">
            <a:solidFill>
              <a:srgbClr val="A371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8770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custom CodeQL queries that import SelfHostedQuery.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87705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quarter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2430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5902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coverage auto-enablement on one repo and review the generated PR.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459028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can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2430"/>
          </a:solidFill>
          <a:ln w="15875">
            <a:solidFill>
              <a:srgbClr val="2F8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3035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to disable ubuntu-latest and route through runner groups.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53035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can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04672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workflow file and we will look at it together.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0" y="3703320"/>
            <a:ext cx="3502152" cy="3200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39136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2428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github.blog/changelog/label/actions</a:t>
            </a:r>
            <a:endParaRPr lang="en-US" sz="11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github.com/actions/runner-images</a:t>
            </a:r>
            <a:endParaRPr lang="en-US" sz="11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docs.github.com/actions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0" y="594360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DXC  ·  September 8,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What's New in GitHub Actions - DXC Office Hour</dc:title>
  <dc:subject>PptxGenJS Presentation</dc:subject>
  <dc:creator>GitHub Actions Office Hour</dc:creator>
  <cp:lastModifiedBy>GitHub Actions Office Hour</cp:lastModifiedBy>
  <cp:revision>1</cp:revision>
  <dcterms:created xsi:type="dcterms:W3CDTF">2026-09-01T20:06:04Z</dcterms:created>
  <dcterms:modified xsi:type="dcterms:W3CDTF">2026-09-01T20:06:04Z</dcterms:modified>
</cp:coreProperties>
</file>